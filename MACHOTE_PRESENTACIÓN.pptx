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7"/>
  </p:notesMasterIdLst>
  <p:sldIdLst>
    <p:sldId id="364" r:id="rId5"/>
    <p:sldId id="371" r:id="rId6"/>
  </p:sldIdLst>
  <p:sldSz cx="12192000" cy="6858000"/>
  <p:notesSz cx="7010400" cy="9296400"/>
  <p:embeddedFontLst>
    <p:embeddedFont>
      <p:font typeface="Noto Sans Black" panose="020B0502040504020204" pitchFamily="34" charset="0"/>
      <p:bold r:id="rId8"/>
      <p:italic r:id="rId9"/>
      <p:boldItalic r:id="rId10"/>
    </p:embeddedFont>
    <p:embeddedFont>
      <p:font typeface="Noto Sans Medium" panose="020B0502040504020204" pitchFamily="34" charset="0"/>
      <p:regular r:id="rId11"/>
      <p:bold r:id="rId12"/>
      <p:italic r:id="rId13"/>
      <p:boldItalic r:id="rId14"/>
    </p:embeddedFont>
    <p:embeddedFont>
      <p:font typeface="Noto Sans SemiBold" panose="020B050204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8859500-A245-47FB-A441-1A145C891CED}">
          <p14:sldIdLst>
            <p14:sldId id="364"/>
            <p14:sldId id="371"/>
          </p14:sldIdLst>
        </p14:section>
        <p14:section name="Sección sin título" id="{5A85F9F2-1B6B-4278-9529-E37F34433051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2" roundtripDataSignature="AMtx7mjdv5NeXPFeFrmACsEHZTszVHFM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D32"/>
    <a:srgbClr val="A22A4C"/>
    <a:srgbClr val="005D38"/>
    <a:srgbClr val="E0CBA6"/>
    <a:srgbClr val="BB945B"/>
    <a:srgbClr val="B38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72" Type="http://customschemas.google.com/relationships/presentationmetadata" Target="metadata"/><Relationship Id="rId3" Type="http://schemas.openxmlformats.org/officeDocument/2006/relationships/customXml" Target="../customXml/item3.xml"/><Relationship Id="rId7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75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3177" tIns="46589" rIns="93177" bIns="46589"/>
          <a:lstStyle/>
          <a:p>
            <a:endParaRPr lang="es-MX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/>
            <a:fld id="{00000000-1234-1234-1234-123412341234}" type="slidenum">
              <a:rPr lang="es-MX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‹Nº›</a:t>
            </a:fld>
            <a:endParaRPr lang="es-MX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_Diapositiva de texto">
  <p:cSld name="1.1_Diapositiva de tex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293318" y="593355"/>
            <a:ext cx="8465671" cy="88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3000"/>
              <a:buFont typeface="Noto Sans SemiBold"/>
              <a:buNone/>
              <a:defRPr sz="3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1"/>
          </p:nvPr>
        </p:nvSpPr>
        <p:spPr>
          <a:xfrm>
            <a:off x="293318" y="1478072"/>
            <a:ext cx="8465671" cy="427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04040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94F35FC-151A-C5C2-E3C5-AFC98719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96" y="296557"/>
            <a:ext cx="7324531" cy="884717"/>
          </a:xfrm>
        </p:spPr>
        <p:txBody>
          <a:bodyPr/>
          <a:lstStyle/>
          <a:p>
            <a:endParaRPr lang="es-MX" sz="3200" dirty="0">
              <a:latin typeface="Noto Sans Black" panose="020B0604020202020204" charset="0"/>
              <a:ea typeface="Noto Sans Black" panose="020B0604020202020204" charset="0"/>
              <a:cs typeface="Noto Sans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2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190A0F3-B019-656D-A400-F07794E7B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655" y="603055"/>
            <a:ext cx="8464550" cy="88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C2148"/>
              </a:buClr>
              <a:buSzPts val="3000"/>
              <a:buFont typeface="Noto Sans SemiBold"/>
              <a:buNone/>
              <a:defRPr sz="3000" b="1" i="0" u="none" strike="noStrike" cap="none">
                <a:solidFill>
                  <a:srgbClr val="9C2148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MX" sz="3200" dirty="0">
              <a:latin typeface="Noto Sans Black" panose="020B0604020202020204" charset="0"/>
              <a:ea typeface="Noto Sans Black" panose="020B0604020202020204" charset="0"/>
              <a:cs typeface="Noto Sans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762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B326F77C988441B6967395B33AC4C0" ma:contentTypeVersion="12" ma:contentTypeDescription="Crear nuevo documento." ma:contentTypeScope="" ma:versionID="0f111529897a276e7f77711086cd6f1f">
  <xsd:schema xmlns:xsd="http://www.w3.org/2001/XMLSchema" xmlns:xs="http://www.w3.org/2001/XMLSchema" xmlns:p="http://schemas.microsoft.com/office/2006/metadata/properties" xmlns:ns2="4a55586c-ffe5-40f6-bbfe-81df0567431e" xmlns:ns3="291c7e70-a82d-4399-8ea0-5e0ab4e12b20" targetNamespace="http://schemas.microsoft.com/office/2006/metadata/properties" ma:root="true" ma:fieldsID="052921be39eda85817700efdb9971d54" ns2:_="" ns3:_="">
    <xsd:import namespace="4a55586c-ffe5-40f6-bbfe-81df0567431e"/>
    <xsd:import namespace="291c7e70-a82d-4399-8ea0-5e0ab4e12b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55586c-ffe5-40f6-bbfe-81df05674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1c7e70-a82d-4399-8ea0-5e0ab4e12b2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ccf4747-baba-46ff-a2a5-1b10adb8959c}" ma:internalName="TaxCatchAll" ma:showField="CatchAllData" ma:web="291c7e70-a82d-4399-8ea0-5e0ab4e12b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55586c-ffe5-40f6-bbfe-81df0567431e">
      <Terms xmlns="http://schemas.microsoft.com/office/infopath/2007/PartnerControls"/>
    </lcf76f155ced4ddcb4097134ff3c332f>
    <TaxCatchAll xmlns="291c7e70-a82d-4399-8ea0-5e0ab4e12b20" xsi:nil="true"/>
  </documentManagement>
</p:properties>
</file>

<file path=customXml/itemProps1.xml><?xml version="1.0" encoding="utf-8"?>
<ds:datastoreItem xmlns:ds="http://schemas.openxmlformats.org/officeDocument/2006/customXml" ds:itemID="{A78703E5-2F1D-4B1C-BB40-E52F5E104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55586c-ffe5-40f6-bbfe-81df0567431e"/>
    <ds:schemaRef ds:uri="291c7e70-a82d-4399-8ea0-5e0ab4e12b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7FF811-5161-4743-B3FA-DBA873BCFF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04862-76A8-4AB2-B13D-DE22CB7D9DF1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291c7e70-a82d-4399-8ea0-5e0ab4e12b20"/>
    <ds:schemaRef ds:uri="4a55586c-ffe5-40f6-bbfe-81df0567431e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Noto Sans Black</vt:lpstr>
      <vt:lpstr>Calibri</vt:lpstr>
      <vt:lpstr>Noto Sans SemiBold</vt:lpstr>
      <vt:lpstr>Arial</vt:lpstr>
      <vt:lpstr>Noto Sans Medium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Guillermo Ortega Carteño</cp:lastModifiedBy>
  <cp:revision>75</cp:revision>
  <cp:lastPrinted>2026-02-03T17:11:57Z</cp:lastPrinted>
  <dcterms:created xsi:type="dcterms:W3CDTF">2018-12-04T03:27:02Z</dcterms:created>
  <dcterms:modified xsi:type="dcterms:W3CDTF">2026-05-12T01:06:39Z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0x010100F8B326F77C988441B6967395B33AC4C0</vt:lpwstr>
  </property>
  <property fmtid="{D5CDD505-2E9C-101B-9397-08002B2CF9AE}" pid="3" name="MediaServiceImageTags">
    <vt:lpwstr/>
  </property>
</Properties>
</file>