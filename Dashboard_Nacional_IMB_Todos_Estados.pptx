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7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5" r:id="rId51"/>
    <p:sldId id="286" r:id="rId52"/>
    <p:sldId id="287" r:id="rId53"/>
  </p:sldIdLst>
  <p:sldSz cx="12192000" cy="6858000"/>
  <p:notesSz cx="7010400" cy="9296400"/>
  <p:embeddedFontLst>
    <p:embeddedFont>
      <p:font typeface="Noto Sans Black" panose="020B0502040504020204" pitchFamily="34" charset="0"/>
      <p:bold r:id="rId8"/>
      <p:italic r:id="rId9"/>
      <p:boldItalic r:id="rId10"/>
    </p:embeddedFont>
    <p:embeddedFont>
      <p:font typeface="Noto Sans Medium" panose="020B0502040504020204" pitchFamily="34" charset="0"/>
      <p:regular r:id="rId11"/>
      <p:bold r:id="rId12"/>
      <p:italic r:id="rId13"/>
      <p:boldItalic r:id="rId14"/>
    </p:embeddedFont>
    <p:embeddedFont>
      <p:font typeface="Noto Sans SemiBold" panose="020B050204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8859500-A245-47FB-A441-1A145C891CED}">
          <p14:sldIdLst>
            <p14:sldId id="364"/>
            <p14:sldId id="371"/>
          </p14:sldIdLst>
        </p14:section>
        <p14:section name="Sección sin título" id="{5A85F9F2-1B6B-4278-9529-E37F34433051}">
          <p14:sldIdLst/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2" roundtripDataSignature="AMtx7mjdv5NeXPFeFrmACsEHZTszVHFM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D32"/>
    <a:srgbClr val="A22A4C"/>
    <a:srgbClr val="005D38"/>
    <a:srgbClr val="E0CBA6"/>
    <a:srgbClr val="BB945B"/>
    <a:srgbClr val="B38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font" Target="fonts/font9.fntdata"/><Relationship Id="rId17" Type="http://schemas.openxmlformats.org/officeDocument/2006/relationships/font" Target="fonts/font10.fntdata"/><Relationship Id="rId18" Type="http://schemas.openxmlformats.org/officeDocument/2006/relationships/font" Target="fonts/font11.fntdata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slide" Target="slides/slide27.xml"/><Relationship Id="rId49" Type="http://schemas.openxmlformats.org/officeDocument/2006/relationships/slide" Target="slides/slide28.xml"/><Relationship Id="rId50" Type="http://schemas.openxmlformats.org/officeDocument/2006/relationships/slide" Target="slides/slide29.xml"/><Relationship Id="rId51" Type="http://schemas.openxmlformats.org/officeDocument/2006/relationships/slide" Target="slides/slide30.xml"/><Relationship Id="rId52" Type="http://schemas.openxmlformats.org/officeDocument/2006/relationships/slide" Target="slides/slide31.xml"/><Relationship Id="rId53" Type="http://schemas.openxmlformats.org/officeDocument/2006/relationships/slide" Target="slides/slide32.xml"/><Relationship Id="rId72" Type="http://customschemas.google.com/relationships/presentationmetadata" Target="metadata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3177" tIns="46589" rIns="93177" bIns="46589"/>
          <a:lstStyle/>
          <a:p>
            <a:endParaRPr lang="es-MX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s-MX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‹Nº›</a:t>
            </a:fld>
            <a:endParaRPr lang="es-MX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_Diapositiva de texto">
  <p:cSld name="1.1_Diapositiva de text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 txBox="1">
            <a:spLocks noGrp="1"/>
          </p:cNvSpPr>
          <p:nvPr>
            <p:ph type="title"/>
          </p:nvPr>
        </p:nvSpPr>
        <p:spPr>
          <a:xfrm>
            <a:off x="293318" y="593355"/>
            <a:ext cx="8465671" cy="88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C2148"/>
              </a:buClr>
              <a:buSzPts val="3000"/>
              <a:buFont typeface="Noto Sans SemiBold"/>
              <a:buNone/>
              <a:defRPr sz="3000" b="1" i="0" u="none" strike="noStrike" cap="none">
                <a:solidFill>
                  <a:srgbClr val="9C2148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body" idx="1"/>
          </p:nvPr>
        </p:nvSpPr>
        <p:spPr>
          <a:xfrm>
            <a:off x="293318" y="1478072"/>
            <a:ext cx="8465671" cy="427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404040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8.png"/><Relationship Id="rId3" Type="http://schemas.openxmlformats.org/officeDocument/2006/relationships/image" Target="../media/image139.png"/><Relationship Id="rId4" Type="http://schemas.openxmlformats.org/officeDocument/2006/relationships/image" Target="../media/image140.png"/><Relationship Id="rId5" Type="http://schemas.openxmlformats.org/officeDocument/2006/relationships/image" Target="../media/image141.png"/><Relationship Id="rId6" Type="http://schemas.openxmlformats.org/officeDocument/2006/relationships/image" Target="../media/image14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3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8.png"/><Relationship Id="rId3" Type="http://schemas.openxmlformats.org/officeDocument/2006/relationships/image" Target="../media/image149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8.png"/><Relationship Id="rId3" Type="http://schemas.openxmlformats.org/officeDocument/2006/relationships/image" Target="../media/image159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Aguascalientes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Baja California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Baja California Sur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Campeche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Chiapas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Chihuahua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Ciudad De Mexico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1663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Coahuila De Zaragoza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Colima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Durango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Guanajuato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Guerrero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Hidalgo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Jalisco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Mexico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18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Michoacan De Ocampo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Morelos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Nayarit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Nuevo Leon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Oaxaca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Puebla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Queretaro De Arteaga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Quintana Roo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San Luis Potosi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Sinaloa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Sonora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Tabasco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Tamaulipas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Tlaxcala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Veracruz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1663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Yucatan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Abasto - Zacatecas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85800"/>
            <a:ext cx="8869680" cy="1397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1509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74519"/>
            <a:ext cx="4480560" cy="1509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4480560" cy="1509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86200"/>
            <a:ext cx="4480560" cy="15093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B326F77C988441B6967395B33AC4C0" ma:contentTypeVersion="12" ma:contentTypeDescription="Crear nuevo documento." ma:contentTypeScope="" ma:versionID="0f111529897a276e7f77711086cd6f1f">
  <xsd:schema xmlns:xsd="http://www.w3.org/2001/XMLSchema" xmlns:xs="http://www.w3.org/2001/XMLSchema" xmlns:p="http://schemas.microsoft.com/office/2006/metadata/properties" xmlns:ns2="4a55586c-ffe5-40f6-bbfe-81df0567431e" xmlns:ns3="291c7e70-a82d-4399-8ea0-5e0ab4e12b20" targetNamespace="http://schemas.microsoft.com/office/2006/metadata/properties" ma:root="true" ma:fieldsID="052921be39eda85817700efdb9971d54" ns2:_="" ns3:_="">
    <xsd:import namespace="4a55586c-ffe5-40f6-bbfe-81df0567431e"/>
    <xsd:import namespace="291c7e70-a82d-4399-8ea0-5e0ab4e12b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55586c-ffe5-40f6-bbfe-81df056743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6c7de3c9-8e68-46a6-abfc-7512e1ae61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1c7e70-a82d-4399-8ea0-5e0ab4e12b2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ccf4747-baba-46ff-a2a5-1b10adb8959c}" ma:internalName="TaxCatchAll" ma:showField="CatchAllData" ma:web="291c7e70-a82d-4399-8ea0-5e0ab4e12b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a55586c-ffe5-40f6-bbfe-81df0567431e">
      <Terms xmlns="http://schemas.microsoft.com/office/infopath/2007/PartnerControls"/>
    </lcf76f155ced4ddcb4097134ff3c332f>
    <TaxCatchAll xmlns="291c7e70-a82d-4399-8ea0-5e0ab4e12b20" xsi:nil="true"/>
  </documentManagement>
</p:properties>
</file>

<file path=customXml/itemProps1.xml><?xml version="1.0" encoding="utf-8"?>
<ds:datastoreItem xmlns:ds="http://schemas.openxmlformats.org/officeDocument/2006/customXml" ds:itemID="{A78703E5-2F1D-4B1C-BB40-E52F5E104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55586c-ffe5-40f6-bbfe-81df0567431e"/>
    <ds:schemaRef ds:uri="291c7e70-a82d-4399-8ea0-5e0ab4e12b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7FF811-5161-4743-B3FA-DBA873BCFF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904862-76A8-4AB2-B13D-DE22CB7D9DF1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291c7e70-a82d-4399-8ea0-5e0ab4e12b20"/>
    <ds:schemaRef ds:uri="4a55586c-ffe5-40f6-bbfe-81df0567431e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Noto Sans Black</vt:lpstr>
      <vt:lpstr>Calibri</vt:lpstr>
      <vt:lpstr>Noto Sans SemiBold</vt:lpstr>
      <vt:lpstr>Arial</vt:lpstr>
      <vt:lpstr>Noto Sans Medium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Guillermo Ortega Carteño</cp:lastModifiedBy>
  <cp:revision>75</cp:revision>
  <cp:lastPrinted>2026-02-03T17:11:57Z</cp:lastPrinted>
  <dcterms:created xsi:type="dcterms:W3CDTF">2018-12-04T03:27:02Z</dcterms:created>
  <dcterms:modified xsi:type="dcterms:W3CDTF">2026-05-12T01:06:39Z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0x010100F8B326F77C988441B6967395B33AC4C0</vt:lpwstr>
  </property>
  <property fmtid="{D5CDD505-2E9C-101B-9397-08002B2CF9AE}" pid="3" name="MediaServiceImageTags">
    <vt:lpwstr/>
  </property>
</Properties>
</file>